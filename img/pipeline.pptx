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9720263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17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647957"/>
            <a:ext cx="7290197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2079510"/>
            <a:ext cx="7290197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75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35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5" y="987058"/>
            <a:ext cx="8383727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5" y="2649565"/>
            <a:ext cx="8383727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82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08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1053960"/>
            <a:ext cx="4131112" cy="25120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1053960"/>
            <a:ext cx="4131112" cy="25120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43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210792"/>
            <a:ext cx="8383727" cy="765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970560"/>
            <a:ext cx="4112126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1446217"/>
            <a:ext cx="4112126" cy="21271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3" y="970560"/>
            <a:ext cx="4132378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3" y="1446217"/>
            <a:ext cx="4132378" cy="212716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2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5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1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263948"/>
            <a:ext cx="3135038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570055"/>
            <a:ext cx="4920883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1187768"/>
            <a:ext cx="3135038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30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263948"/>
            <a:ext cx="3135038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570055"/>
            <a:ext cx="4920883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1187768"/>
            <a:ext cx="3135038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37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59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3" y="210792"/>
            <a:ext cx="2095932" cy="335526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8" y="210792"/>
            <a:ext cx="6166292" cy="335526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40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210792"/>
            <a:ext cx="8383727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1053960"/>
            <a:ext cx="8383727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3669615"/>
            <a:ext cx="2187059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73542-E55E-4C9E-9715-DC963A014517}" type="datetimeFigureOut">
              <a:rPr lang="zh-CN" altLang="en-US" smtClean="0"/>
              <a:t>2025/7/31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3669615"/>
            <a:ext cx="3280589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3669615"/>
            <a:ext cx="2187059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8B2DE-88CB-4A98-ABA0-5F6853FB39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37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图片 205" descr="表格&#10;&#10;AI 生成的内容可能不正确。">
            <a:extLst>
              <a:ext uri="{FF2B5EF4-FFF2-40B4-BE49-F238E27FC236}">
                <a16:creationId xmlns:a16="http://schemas.microsoft.com/office/drawing/2014/main" id="{0BF18540-D947-5085-A06B-13213AB25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623" y="2024995"/>
            <a:ext cx="1512287" cy="1444665"/>
          </a:xfrm>
          <a:prstGeom prst="rect">
            <a:avLst/>
          </a:prstGeom>
        </p:spPr>
      </p:pic>
      <p:sp>
        <p:nvSpPr>
          <p:cNvPr id="207" name="矩形: 圆角 206">
            <a:extLst>
              <a:ext uri="{FF2B5EF4-FFF2-40B4-BE49-F238E27FC236}">
                <a16:creationId xmlns:a16="http://schemas.microsoft.com/office/drawing/2014/main" id="{F839DF91-3B0A-2210-A9E8-053373465DB0}"/>
              </a:ext>
            </a:extLst>
          </p:cNvPr>
          <p:cNvSpPr/>
          <p:nvPr/>
        </p:nvSpPr>
        <p:spPr>
          <a:xfrm>
            <a:off x="1899426" y="362173"/>
            <a:ext cx="2125757" cy="3407487"/>
          </a:xfrm>
          <a:prstGeom prst="roundRect">
            <a:avLst>
              <a:gd name="adj" fmla="val 9393"/>
            </a:avLst>
          </a:prstGeom>
          <a:solidFill>
            <a:schemeClr val="accent2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altLang="zh-CN" baseline="30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8" name="矩形: 圆角 207">
            <a:extLst>
              <a:ext uri="{FF2B5EF4-FFF2-40B4-BE49-F238E27FC236}">
                <a16:creationId xmlns:a16="http://schemas.microsoft.com/office/drawing/2014/main" id="{5214F7D6-8052-BD97-EDEA-9AD1B98938E9}"/>
              </a:ext>
            </a:extLst>
          </p:cNvPr>
          <p:cNvSpPr/>
          <p:nvPr/>
        </p:nvSpPr>
        <p:spPr>
          <a:xfrm>
            <a:off x="4625026" y="1623562"/>
            <a:ext cx="1673971" cy="2150710"/>
          </a:xfrm>
          <a:prstGeom prst="roundRect">
            <a:avLst>
              <a:gd name="adj" fmla="val 9393"/>
            </a:avLst>
          </a:prstGeom>
          <a:solidFill>
            <a:schemeClr val="accent1">
              <a:lumMod val="40000"/>
              <a:lumOff val="6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altLang="zh-CN" baseline="30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9D218679-249F-E86D-8188-6A5991150908}"/>
              </a:ext>
            </a:extLst>
          </p:cNvPr>
          <p:cNvSpPr txBox="1"/>
          <p:nvPr/>
        </p:nvSpPr>
        <p:spPr>
          <a:xfrm>
            <a:off x="4181079" y="362965"/>
            <a:ext cx="519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You are the </a:t>
            </a:r>
            <a:r>
              <a:rPr lang="en-US" altLang="zh-CN" sz="1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[SELF-ROLE] </a:t>
            </a:r>
            <a:r>
              <a:rPr lang="en-US" altLang="zh-CN" sz="1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 the game … Now, a </a:t>
            </a:r>
            <a:r>
              <a:rPr lang="en-US" altLang="zh-CN" sz="1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[RACE] [CAREER] </a:t>
            </a:r>
            <a:r>
              <a:rPr lang="en-US" altLang="zh-CN" sz="1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wants to purchase some items from you. What is the total discount you can offer? The range you can choose is from </a:t>
            </a:r>
            <a:r>
              <a:rPr lang="en-US" altLang="zh-CN" sz="1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[ACT-SPACE] </a:t>
            </a:r>
            <a:r>
              <a:rPr lang="en-US" altLang="zh-CN" sz="1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of the original price, where a higher discount is closer to [LOWER_BOUND]%, and a lower discount is closer to [UPPER_BOUND]%. First, analyze the level of discount you will give, then provide the specific discount. The discount should be enclosed in curly braces, like this: {100%}.</a:t>
            </a: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A04A78CD-9D1D-C87E-A6C7-2D9F216F1956}"/>
              </a:ext>
            </a:extLst>
          </p:cNvPr>
          <p:cNvSpPr/>
          <p:nvPr/>
        </p:nvSpPr>
        <p:spPr>
          <a:xfrm>
            <a:off x="4752395" y="2119336"/>
            <a:ext cx="1400864" cy="4121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SELF-ROLE</a:t>
            </a:r>
            <a:endParaRPr lang="en-CN" altLang="zh-CN" sz="1200" baseline="300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矩形: 圆角 210">
                <a:extLst>
                  <a:ext uri="{FF2B5EF4-FFF2-40B4-BE49-F238E27FC236}">
                    <a16:creationId xmlns:a16="http://schemas.microsoft.com/office/drawing/2014/main" id="{767E3820-BE13-2710-68EE-CC7CB4058532}"/>
                  </a:ext>
                </a:extLst>
              </p:cNvPr>
              <p:cNvSpPr/>
              <p:nvPr/>
            </p:nvSpPr>
            <p:spPr>
              <a:xfrm>
                <a:off x="4758704" y="3251743"/>
                <a:ext cx="1406613" cy="41210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OBS</m:t>
                      </m:r>
                      <m:r>
                        <m:rPr>
                          <m:nor/>
                        </m:rP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ROLE</m:t>
                      </m:r>
                    </m:oMath>
                  </m:oMathPara>
                </a14:m>
                <a:endParaRPr lang="en-CN" altLang="zh-CN" sz="1400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1" name="矩形: 圆角 210">
                <a:extLst>
                  <a:ext uri="{FF2B5EF4-FFF2-40B4-BE49-F238E27FC236}">
                    <a16:creationId xmlns:a16="http://schemas.microsoft.com/office/drawing/2014/main" id="{767E3820-BE13-2710-68EE-CC7CB4058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704" y="3251743"/>
                <a:ext cx="1406613" cy="41210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17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D33D1213-4563-CEEE-A954-0E61BD629652}"/>
              </a:ext>
            </a:extLst>
          </p:cNvPr>
          <p:cNvSpPr/>
          <p:nvPr/>
        </p:nvSpPr>
        <p:spPr>
          <a:xfrm>
            <a:off x="7729778" y="1808230"/>
            <a:ext cx="1643978" cy="1795716"/>
          </a:xfrm>
          <a:prstGeom prst="roundRect">
            <a:avLst>
              <a:gd name="adj" fmla="val 8461"/>
            </a:avLst>
          </a:prstGeom>
          <a:noFill/>
          <a:ln w="317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4" name="图片 213" descr="图标&#10;&#10;AI 生成的内容可能不正确。">
            <a:extLst>
              <a:ext uri="{FF2B5EF4-FFF2-40B4-BE49-F238E27FC236}">
                <a16:creationId xmlns:a16="http://schemas.microsoft.com/office/drawing/2014/main" id="{AB0FAED6-2C47-FE92-D633-70B1E8700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050" y="2256707"/>
            <a:ext cx="892762" cy="892762"/>
          </a:xfrm>
          <a:prstGeom prst="rect">
            <a:avLst/>
          </a:prstGeom>
        </p:spPr>
      </p:pic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C53BA36D-5424-11F5-A3C5-EEF244D00A05}"/>
              </a:ext>
            </a:extLst>
          </p:cNvPr>
          <p:cNvCxnSpPr>
            <a:cxnSpLocks/>
            <a:stCxn id="220" idx="3"/>
            <a:endCxn id="211" idx="1"/>
          </p:cNvCxnSpPr>
          <p:nvPr/>
        </p:nvCxnSpPr>
        <p:spPr>
          <a:xfrm>
            <a:off x="3820606" y="3375883"/>
            <a:ext cx="938098" cy="81912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文本框 215">
            <a:extLst>
              <a:ext uri="{FF2B5EF4-FFF2-40B4-BE49-F238E27FC236}">
                <a16:creationId xmlns:a16="http://schemas.microsoft.com/office/drawing/2014/main" id="{29EC611E-6370-4F18-CE13-A98C255E7FA2}"/>
              </a:ext>
            </a:extLst>
          </p:cNvPr>
          <p:cNvSpPr txBox="1"/>
          <p:nvPr/>
        </p:nvSpPr>
        <p:spPr>
          <a:xfrm>
            <a:off x="4537941" y="1688492"/>
            <a:ext cx="182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 Prompt: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BF709902-43F0-493F-32E3-AF6758586C75}"/>
              </a:ext>
            </a:extLst>
          </p:cNvPr>
          <p:cNvSpPr txBox="1"/>
          <p:nvPr/>
        </p:nvSpPr>
        <p:spPr>
          <a:xfrm>
            <a:off x="2521749" y="501122"/>
            <a:ext cx="1211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Task / Scenario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D6DBBE46-B01E-B12F-0051-2A4CBE50D135}"/>
              </a:ext>
            </a:extLst>
          </p:cNvPr>
          <p:cNvSpPr txBox="1"/>
          <p:nvPr/>
        </p:nvSpPr>
        <p:spPr>
          <a:xfrm>
            <a:off x="6462872" y="3159778"/>
            <a:ext cx="1131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9" name="图片 218" descr="图标&#10;&#10;AI 生成的内容可能不正确。">
            <a:extLst>
              <a:ext uri="{FF2B5EF4-FFF2-40B4-BE49-F238E27FC236}">
                <a16:creationId xmlns:a16="http://schemas.microsoft.com/office/drawing/2014/main" id="{36A36E4D-355E-DD33-FEF3-436CA66D2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925" y="3034332"/>
            <a:ext cx="660629" cy="6606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DE9FDEF4-0936-C647-B7C7-FF35BA520B96}"/>
                  </a:ext>
                </a:extLst>
              </p:cNvPr>
              <p:cNvSpPr txBox="1"/>
              <p:nvPr/>
            </p:nvSpPr>
            <p:spPr>
              <a:xfrm>
                <a:off x="2257945" y="3052717"/>
                <a:ext cx="15626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Role 1:</a:t>
                </a:r>
                <a:r>
                  <a: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Elf Wizard</a:t>
                </a:r>
              </a:p>
              <a:p>
                <a:pPr algn="ctr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Role 2: </a:t>
                </a:r>
                <a:r>
                  <a: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Orc Fighter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DE9FDEF4-0936-C647-B7C7-FF35BA520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945" y="3052717"/>
                <a:ext cx="1562661" cy="646331"/>
              </a:xfrm>
              <a:prstGeom prst="rect">
                <a:avLst/>
              </a:prstGeom>
              <a:blipFill>
                <a:blip r:embed="rId6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1" name="图片 220" descr="形状&#10;&#10;AI 生成的内容可能不正确。">
            <a:extLst>
              <a:ext uri="{FF2B5EF4-FFF2-40B4-BE49-F238E27FC236}">
                <a16:creationId xmlns:a16="http://schemas.microsoft.com/office/drawing/2014/main" id="{1297E716-5C29-7773-4388-096F852AD4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341" y="454012"/>
            <a:ext cx="557435" cy="557435"/>
          </a:xfrm>
          <a:prstGeom prst="rect">
            <a:avLst/>
          </a:prstGeom>
        </p:spPr>
      </p:pic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D0973A79-9A73-E4AE-B37A-615C419FF7E0}"/>
              </a:ext>
            </a:extLst>
          </p:cNvPr>
          <p:cNvSpPr/>
          <p:nvPr/>
        </p:nvSpPr>
        <p:spPr>
          <a:xfrm>
            <a:off x="4146701" y="289522"/>
            <a:ext cx="5243144" cy="1061277"/>
          </a:xfrm>
          <a:prstGeom prst="roundRect">
            <a:avLst/>
          </a:prstGeom>
          <a:noFill/>
          <a:ln w="3175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矩形: 圆角 222">
                <a:extLst>
                  <a:ext uri="{FF2B5EF4-FFF2-40B4-BE49-F238E27FC236}">
                    <a16:creationId xmlns:a16="http://schemas.microsoft.com/office/drawing/2014/main" id="{55665EF1-E873-09D7-3133-F1D2BFC515E8}"/>
                  </a:ext>
                </a:extLst>
              </p:cNvPr>
              <p:cNvSpPr/>
              <p:nvPr/>
            </p:nvSpPr>
            <p:spPr>
              <a:xfrm>
                <a:off x="4758704" y="2687076"/>
                <a:ext cx="1406613" cy="41210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ACT</m:t>
                      </m:r>
                      <m:r>
                        <m:rPr>
                          <m:nor/>
                        </m:rP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SPACE</m:t>
                      </m:r>
                    </m:oMath>
                  </m:oMathPara>
                </a14:m>
                <a:endParaRPr lang="en-CN" altLang="zh-CN" sz="1400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3" name="矩形: 圆角 222">
                <a:extLst>
                  <a:ext uri="{FF2B5EF4-FFF2-40B4-BE49-F238E27FC236}">
                    <a16:creationId xmlns:a16="http://schemas.microsoft.com/office/drawing/2014/main" id="{55665EF1-E873-09D7-3133-F1D2BFC515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704" y="2687076"/>
                <a:ext cx="1406613" cy="412104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3175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96176E1E-9284-289B-DEBE-3B7284286DF9}"/>
              </a:ext>
            </a:extLst>
          </p:cNvPr>
          <p:cNvCxnSpPr>
            <a:cxnSpLocks/>
            <a:stCxn id="208" idx="3"/>
            <a:endCxn id="214" idx="1"/>
          </p:cNvCxnSpPr>
          <p:nvPr/>
        </p:nvCxnSpPr>
        <p:spPr>
          <a:xfrm>
            <a:off x="6298996" y="2698917"/>
            <a:ext cx="277054" cy="417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89C4462C-2468-F1DB-81B4-1EA0965FC671}"/>
              </a:ext>
            </a:extLst>
          </p:cNvPr>
          <p:cNvCxnSpPr>
            <a:cxnSpLocks/>
            <a:stCxn id="214" idx="3"/>
            <a:endCxn id="213" idx="1"/>
          </p:cNvCxnSpPr>
          <p:nvPr/>
        </p:nvCxnSpPr>
        <p:spPr>
          <a:xfrm>
            <a:off x="7468812" y="2703088"/>
            <a:ext cx="260966" cy="300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F8156915-8D2F-B2C9-5220-55449FB8E746}"/>
              </a:ext>
            </a:extLst>
          </p:cNvPr>
          <p:cNvSpPr/>
          <p:nvPr/>
        </p:nvSpPr>
        <p:spPr>
          <a:xfrm>
            <a:off x="2089744" y="1065235"/>
            <a:ext cx="1750100" cy="3152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Role-Play: </a:t>
            </a:r>
            <a:r>
              <a:rPr lang="en-US" altLang="zh-CN" sz="12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shopkeeper</a:t>
            </a:r>
            <a:endParaRPr lang="en-CN" altLang="zh-CN" sz="1200" i="1" baseline="300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E4C07CBE-B797-7C66-08C1-55B350920DD8}"/>
              </a:ext>
            </a:extLst>
          </p:cNvPr>
          <p:cNvSpPr/>
          <p:nvPr/>
        </p:nvSpPr>
        <p:spPr>
          <a:xfrm>
            <a:off x="2089744" y="1505765"/>
            <a:ext cx="1750100" cy="8117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Available Choices: 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2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LOWER_BOUND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]%</a:t>
            </a:r>
            <a:r>
              <a:rPr lang="en-US" altLang="zh-CN" sz="12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to 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2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UPPER_BOUND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]%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CDBB5E54-D293-75BB-25AB-8BBC12863631}"/>
              </a:ext>
            </a:extLst>
          </p:cNvPr>
          <p:cNvSpPr/>
          <p:nvPr/>
        </p:nvSpPr>
        <p:spPr>
          <a:xfrm>
            <a:off x="2085368" y="2438885"/>
            <a:ext cx="1750100" cy="4869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Action Count: </a:t>
            </a:r>
          </a:p>
          <a:p>
            <a:pPr algn="ctr"/>
            <a:r>
              <a:rPr lang="en-US" altLang="zh-CN" sz="12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Choose </a:t>
            </a:r>
            <a:r>
              <a:rPr lang="en-US" altLang="zh-CN" sz="1200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Discount</a:t>
            </a:r>
            <a:endParaRPr lang="en-CN" altLang="zh-CN" sz="1200" i="1" baseline="300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939529F0-4114-ABC3-9EAC-FB9ED6AC2FE9}"/>
              </a:ext>
            </a:extLst>
          </p:cNvPr>
          <p:cNvCxnSpPr>
            <a:cxnSpLocks/>
            <a:stCxn id="226" idx="3"/>
            <a:endCxn id="210" idx="1"/>
          </p:cNvCxnSpPr>
          <p:nvPr/>
        </p:nvCxnSpPr>
        <p:spPr>
          <a:xfrm>
            <a:off x="3839844" y="1222851"/>
            <a:ext cx="912551" cy="1102538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6B41C095-AE7E-8566-3D0D-EA21525B833A}"/>
              </a:ext>
            </a:extLst>
          </p:cNvPr>
          <p:cNvCxnSpPr>
            <a:cxnSpLocks/>
            <a:stCxn id="227" idx="3"/>
            <a:endCxn id="223" idx="1"/>
          </p:cNvCxnSpPr>
          <p:nvPr/>
        </p:nvCxnSpPr>
        <p:spPr>
          <a:xfrm>
            <a:off x="3839844" y="1911615"/>
            <a:ext cx="918860" cy="981513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89EAE188-8ECA-8150-3491-0ABE6B23687A}"/>
              </a:ext>
            </a:extLst>
          </p:cNvPr>
          <p:cNvCxnSpPr>
            <a:cxnSpLocks/>
            <a:stCxn id="228" idx="3"/>
            <a:endCxn id="223" idx="1"/>
          </p:cNvCxnSpPr>
          <p:nvPr/>
        </p:nvCxnSpPr>
        <p:spPr>
          <a:xfrm>
            <a:off x="3835468" y="2682357"/>
            <a:ext cx="923236" cy="210771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右大括号 231">
            <a:extLst>
              <a:ext uri="{FF2B5EF4-FFF2-40B4-BE49-F238E27FC236}">
                <a16:creationId xmlns:a16="http://schemas.microsoft.com/office/drawing/2014/main" id="{81C228DF-96CB-1FBB-F7EF-869745CE8B24}"/>
              </a:ext>
            </a:extLst>
          </p:cNvPr>
          <p:cNvSpPr/>
          <p:nvPr/>
        </p:nvSpPr>
        <p:spPr>
          <a:xfrm rot="5400000">
            <a:off x="6666238" y="-1151933"/>
            <a:ext cx="222360" cy="5227823"/>
          </a:xfrm>
          <a:prstGeom prst="rightBrace">
            <a:avLst>
              <a:gd name="adj1" fmla="val 42864"/>
              <a:gd name="adj2" fmla="val 77062"/>
            </a:avLst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C702AAE0-080D-F822-F18F-77C722C10DD9}"/>
              </a:ext>
            </a:extLst>
          </p:cNvPr>
          <p:cNvSpPr/>
          <p:nvPr/>
        </p:nvSpPr>
        <p:spPr>
          <a:xfrm>
            <a:off x="217874" y="863325"/>
            <a:ext cx="1184887" cy="2817363"/>
          </a:xfrm>
          <a:prstGeom prst="roundRect">
            <a:avLst/>
          </a:prstGeom>
          <a:noFill/>
          <a:ln w="3175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B930D9D0-7A77-1797-A66A-4932EA3A0CBC}"/>
              </a:ext>
            </a:extLst>
          </p:cNvPr>
          <p:cNvCxnSpPr>
            <a:cxnSpLocks/>
          </p:cNvCxnSpPr>
          <p:nvPr/>
        </p:nvCxnSpPr>
        <p:spPr>
          <a:xfrm flipV="1">
            <a:off x="1207671" y="280653"/>
            <a:ext cx="560694" cy="582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BC14C6BF-725A-337E-316B-A12AF18DA08B}"/>
              </a:ext>
            </a:extLst>
          </p:cNvPr>
          <p:cNvCxnSpPr>
            <a:cxnSpLocks/>
          </p:cNvCxnSpPr>
          <p:nvPr/>
        </p:nvCxnSpPr>
        <p:spPr>
          <a:xfrm>
            <a:off x="1235618" y="3678929"/>
            <a:ext cx="618735" cy="1484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矩形: 圆角 235">
            <a:extLst>
              <a:ext uri="{FF2B5EF4-FFF2-40B4-BE49-F238E27FC236}">
                <a16:creationId xmlns:a16="http://schemas.microsoft.com/office/drawing/2014/main" id="{CAB421D7-48FC-2612-F4BC-71999B1420C0}"/>
              </a:ext>
            </a:extLst>
          </p:cNvPr>
          <p:cNvSpPr/>
          <p:nvPr/>
        </p:nvSpPr>
        <p:spPr>
          <a:xfrm>
            <a:off x="1768365" y="74418"/>
            <a:ext cx="7746191" cy="3810388"/>
          </a:xfrm>
          <a:prstGeom prst="roundRect">
            <a:avLst>
              <a:gd name="adj" fmla="val 6895"/>
            </a:avLst>
          </a:prstGeom>
          <a:noFill/>
          <a:ln w="3175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D7DE53A0-DECC-45E9-5F69-7A566143F3C4}"/>
              </a:ext>
            </a:extLst>
          </p:cNvPr>
          <p:cNvSpPr txBox="1"/>
          <p:nvPr/>
        </p:nvSpPr>
        <p:spPr>
          <a:xfrm>
            <a:off x="217874" y="368879"/>
            <a:ext cx="1184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FairGamer Pipeline</a:t>
            </a:r>
          </a:p>
        </p:txBody>
      </p:sp>
      <p:sp>
        <p:nvSpPr>
          <p:cNvPr id="238" name="矩形: 圆角 237">
            <a:extLst>
              <a:ext uri="{FF2B5EF4-FFF2-40B4-BE49-F238E27FC236}">
                <a16:creationId xmlns:a16="http://schemas.microsoft.com/office/drawing/2014/main" id="{B1A5E103-CB64-1E94-C507-21B635E08104}"/>
              </a:ext>
            </a:extLst>
          </p:cNvPr>
          <p:cNvSpPr/>
          <p:nvPr/>
        </p:nvSpPr>
        <p:spPr>
          <a:xfrm>
            <a:off x="335004" y="994183"/>
            <a:ext cx="957356" cy="456963"/>
          </a:xfrm>
          <a:prstGeom prst="roundRect">
            <a:avLst>
              <a:gd name="adj" fmla="val 9393"/>
            </a:avLst>
          </a:prstGeom>
          <a:solidFill>
            <a:schemeClr val="accent2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Task / Scenario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A2C262FA-A036-0F0B-254A-0500951623B5}"/>
              </a:ext>
            </a:extLst>
          </p:cNvPr>
          <p:cNvSpPr/>
          <p:nvPr/>
        </p:nvSpPr>
        <p:spPr>
          <a:xfrm>
            <a:off x="576178" y="1808231"/>
            <a:ext cx="475007" cy="291233"/>
          </a:xfrm>
          <a:prstGeom prst="roundRect">
            <a:avLst>
              <a:gd name="adj" fmla="val 9393"/>
            </a:avLst>
          </a:prstGeom>
          <a:solidFill>
            <a:schemeClr val="accent1">
              <a:lumMod val="40000"/>
              <a:lumOff val="6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altLang="zh-CN" baseline="30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40" name="图片 239" descr="图标&#10;&#10;AI 生成的内容可能不正确。">
            <a:extLst>
              <a:ext uri="{FF2B5EF4-FFF2-40B4-BE49-F238E27FC236}">
                <a16:creationId xmlns:a16="http://schemas.microsoft.com/office/drawing/2014/main" id="{E0A5B885-5C38-0E22-1691-7F01489DF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78" y="2456546"/>
            <a:ext cx="475014" cy="475014"/>
          </a:xfrm>
          <a:prstGeom prst="rect">
            <a:avLst/>
          </a:prstGeom>
        </p:spPr>
      </p:pic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BFF2B62B-9BA3-3399-096D-161BA2CDC7BF}"/>
              </a:ext>
            </a:extLst>
          </p:cNvPr>
          <p:cNvCxnSpPr>
            <a:cxnSpLocks/>
            <a:stCxn id="239" idx="2"/>
            <a:endCxn id="240" idx="0"/>
          </p:cNvCxnSpPr>
          <p:nvPr/>
        </p:nvCxnSpPr>
        <p:spPr>
          <a:xfrm>
            <a:off x="813683" y="2099464"/>
            <a:ext cx="3" cy="35708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7743A1DC-BE8C-2CEC-0367-EFCB808DCA1C}"/>
              </a:ext>
            </a:extLst>
          </p:cNvPr>
          <p:cNvCxnSpPr>
            <a:cxnSpLocks/>
            <a:stCxn id="240" idx="2"/>
            <a:endCxn id="243" idx="0"/>
          </p:cNvCxnSpPr>
          <p:nvPr/>
        </p:nvCxnSpPr>
        <p:spPr>
          <a:xfrm>
            <a:off x="813686" y="2931561"/>
            <a:ext cx="1771" cy="35708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矩形: 圆角 242">
            <a:extLst>
              <a:ext uri="{FF2B5EF4-FFF2-40B4-BE49-F238E27FC236}">
                <a16:creationId xmlns:a16="http://schemas.microsoft.com/office/drawing/2014/main" id="{F931B67B-CE9E-4287-9A1B-C136086C69F7}"/>
              </a:ext>
            </a:extLst>
          </p:cNvPr>
          <p:cNvSpPr/>
          <p:nvPr/>
        </p:nvSpPr>
        <p:spPr>
          <a:xfrm>
            <a:off x="579726" y="3288646"/>
            <a:ext cx="471459" cy="291233"/>
          </a:xfrm>
          <a:prstGeom prst="roundRect">
            <a:avLst/>
          </a:prstGeom>
          <a:noFill/>
          <a:ln w="317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83D29420-98A5-BE19-35BE-ECBBF492CC14}"/>
              </a:ext>
            </a:extLst>
          </p:cNvPr>
          <p:cNvCxnSpPr>
            <a:cxnSpLocks/>
            <a:stCxn id="238" idx="2"/>
            <a:endCxn id="239" idx="0"/>
          </p:cNvCxnSpPr>
          <p:nvPr/>
        </p:nvCxnSpPr>
        <p:spPr>
          <a:xfrm>
            <a:off x="813682" y="1451146"/>
            <a:ext cx="1" cy="357084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矩形: 圆角 244">
            <a:extLst>
              <a:ext uri="{FF2B5EF4-FFF2-40B4-BE49-F238E27FC236}">
                <a16:creationId xmlns:a16="http://schemas.microsoft.com/office/drawing/2014/main" id="{D54B92B9-6A75-2721-0415-C44FE2C7CD07}"/>
              </a:ext>
            </a:extLst>
          </p:cNvPr>
          <p:cNvSpPr/>
          <p:nvPr/>
        </p:nvSpPr>
        <p:spPr>
          <a:xfrm>
            <a:off x="5943843" y="168032"/>
            <a:ext cx="1672425" cy="22236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Description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7A6E49A-8EF1-4013-891D-C6B409FD01D0}"/>
              </a:ext>
            </a:extLst>
          </p:cNvPr>
          <p:cNvSpPr/>
          <p:nvPr/>
        </p:nvSpPr>
        <p:spPr>
          <a:xfrm>
            <a:off x="7876520" y="1693994"/>
            <a:ext cx="1350494" cy="22236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Distribution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99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166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Microsoft YaHei</vt:lpstr>
      <vt:lpstr>Aptos</vt:lpstr>
      <vt:lpstr>Aptos Display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e60049</dc:creator>
  <cp:lastModifiedBy>e60049</cp:lastModifiedBy>
  <cp:revision>6</cp:revision>
  <dcterms:created xsi:type="dcterms:W3CDTF">2025-07-31T14:35:22Z</dcterms:created>
  <dcterms:modified xsi:type="dcterms:W3CDTF">2025-07-31T15:17:59Z</dcterms:modified>
</cp:coreProperties>
</file>